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EUR m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  <a:p>
            <a:r>
              <a:t>Start with the Porter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 for an industry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Corporate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Session 1 — Competitive advantage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Forces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Threat of new entrants</a:t>
            </a:r>
          </a:p>
          <a:p>
            <a:pPr lvl="1"/>
            <a:r>
              <a:t>Economies of scale</a:t>
            </a:r>
          </a:p>
          <a:p>
            <a:r>
              <a:t>Bargaining power of buyers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shares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Firm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Beta | 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08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shown on 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